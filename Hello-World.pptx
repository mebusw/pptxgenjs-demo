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5087600" cy="10698480"/>
  <p:notesSz cx="10698480" cy="15087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Sales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1500</c:v>
                </c:pt>
                <c:pt idx="1">
                  <c:v>4600</c:v>
                </c:pt>
                <c:pt idx="2">
                  <c:v>5156</c:v>
                </c:pt>
                <c:pt idx="3">
                  <c:v>3167</c:v>
                </c:pt>
                <c:pt idx="4">
                  <c:v>8510</c:v>
                </c:pt>
                <c:pt idx="5">
                  <c:v>8009</c:v>
                </c:pt>
                <c:pt idx="6">
                  <c:v>6006</c:v>
                </c:pt>
                <c:pt idx="7">
                  <c:v>7855</c:v>
                </c:pt>
                <c:pt idx="8">
                  <c:v>12102</c:v>
                </c:pt>
                <c:pt idx="9">
                  <c:v>12789</c:v>
                </c:pt>
                <c:pt idx="10">
                  <c:v>10123</c:v>
                </c:pt>
                <c:pt idx="11">
                  <c:v>15121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 Sales</c:v>
                </c:pt>
              </c:strCache>
            </c:strRef>
          </c:tx>
          <c:spPr>
            <a:solidFill>
              <a:srgbClr val="4F81BD"/>
            </a:solidFill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1000</c:v>
                </c:pt>
                <c:pt idx="1">
                  <c:v>2600</c:v>
                </c:pt>
                <c:pt idx="2">
                  <c:v>3456</c:v>
                </c:pt>
                <c:pt idx="3">
                  <c:v>4567</c:v>
                </c:pt>
                <c:pt idx="4">
                  <c:v>5010</c:v>
                </c:pt>
                <c:pt idx="5">
                  <c:v>6009</c:v>
                </c:pt>
                <c:pt idx="6">
                  <c:v>7006</c:v>
                </c:pt>
                <c:pt idx="7">
                  <c:v>8855</c:v>
                </c:pt>
                <c:pt idx="8">
                  <c:v>9102</c:v>
                </c:pt>
                <c:pt idx="9">
                  <c:v>10789</c:v>
                </c:pt>
                <c:pt idx="10">
                  <c:v>11123</c:v>
                </c:pt>
                <c:pt idx="11">
                  <c:v>12121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CCCC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5486400" cy="914400"/>
          </a:xfrm>
          <a:prstGeom prst="line">
            <a:avLst/>
          </a:prstGeom>
          <a:noFill/>
          <a:ln w="63500">
            <a:solidFill>
              <a:srgbClr val="0088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15087600" cy="685800"/>
          </a:xfrm>
          <a:prstGeom prst="rect">
            <a:avLst/>
          </a:prstGeom>
          <a:solidFill>
            <a:srgbClr val="F1F1F1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48463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Status Report</a:t>
            </a:r>
            <a:endParaRPr lang="en-US" dirty="0"/>
          </a:p>
        </p:txBody>
      </p:sp>
      <p:pic>
        <p:nvPicPr>
          <p:cNvPr id="5" name="Image 0" descr="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914400"/>
            <a:ext cx="2926080" cy="685800"/>
          </a:xfrm>
          <a:prstGeom prst="rect">
            <a:avLst/>
          </a:prstGeom>
        </p:spPr>
      </p:pic>
      <p:sp>
        <p:nvSpPr>
          <p:cNvPr id="6" name="Text 3"/>
          <p:cNvSpPr/>
          <p:nvPr>
            <p:ph idx="104" type="title" hasCustomPrompt="1"/>
          </p:nvPr>
        </p:nvSpPr>
        <p:spPr>
          <a:xfrm>
            <a:off x="548640" y="457200"/>
            <a:ext cx="109728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(custom placeholder title!)</a:t>
            </a:r>
            <a:endParaRPr lang="en-US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48640" y="1371600"/>
            <a:ext cx="10972800" cy="4800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(custom placeholder body!)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96286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46291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3399">
            <a:alpha val="5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548640" y="457200"/>
            <a:ext cx="10972800" cy="1143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Slide 1 大标题</a:t>
            </a:r>
            <a:endParaRPr lang="en-US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548640" y="1371600"/>
            <a:ext cx="10972800" cy="4800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Body Placeholder here!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13157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63636"/>
                </a:solidFill>
              </a:rPr>
              <a:t>Hello World</a:t>
            </a:r>
            <a:endParaRPr lang="en-US" sz="2400" dirty="0"/>
          </a:p>
        </p:txBody>
      </p:sp>
      <p:pic>
        <p:nvPicPr>
          <p:cNvPr id="5" name="Image 0" descr="cats-figh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4572000"/>
            <a:ext cx="548640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96286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13157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Slide Two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13157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363636"/>
                </a:solidFill>
              </a:rPr>
              <a:t>Hello World from PptxGenJS!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572000" y="3657600"/>
            <a:ext cx="914400" cy="9144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4572000"/>
            <a:ext cx="914400" cy="914400"/>
          </a:xfrm>
          <a:prstGeom prst="ellipse">
            <a:avLst/>
          </a:prstGeom>
          <a:solidFill>
            <a:srgbClr val="0088C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5486400"/>
            <a:ext cx="914400" cy="914400"/>
          </a:xfrm>
          <a:prstGeom prst="line">
            <a:avLst/>
          </a:prstGeom>
          <a:noFill/>
          <a:ln w="12700">
            <a:solidFill>
              <a:srgbClr val="FF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3657600"/>
            <a:ext cx="11315700" cy="0"/>
          </a:xfrm>
          <a:prstGeom prst="rect">
            <a:avLst/>
          </a:prstGeom>
          <a:solidFill>
            <a:srgbClr val="008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ShapeType.rect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0" y="4572000"/>
            <a:ext cx="11315700" cy="0"/>
          </a:xfrm>
          <a:prstGeom prst="ellipse">
            <a:avLst/>
          </a:prstGeom>
          <a:solidFill>
            <a:srgbClr val="008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ShapeType.ellipse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0" y="5486400"/>
            <a:ext cx="11315700" cy="0"/>
          </a:xfrm>
          <a:prstGeom prst="line">
            <a:avLst/>
          </a:prstGeom>
          <a:noFill/>
          <a:ln w="12700">
            <a:solidFill>
              <a:srgbClr val="0088CC"/>
            </a:solidFill>
            <a:prstDash val="lgDash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ShapeType.line</a:t>
            </a:r>
            <a:endParaRPr lang="en-US" dirty="0"/>
          </a:p>
        </p:txBody>
      </p:sp>
      <p:sp>
        <p:nvSpPr>
          <p:cNvPr id="10" name="Text 3"/>
          <p:cNvSpPr/>
          <p:nvPr>
            <p:ph idx="104" type="title" hasCustomPrompt="1"/>
          </p:nvPr>
        </p:nvSpPr>
        <p:spPr>
          <a:xfrm>
            <a:off x="548640" y="457200"/>
            <a:ext cx="10972800" cy="1143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3"/>
          <p:cNvSpPr/>
          <p:nvPr>
            <p:ph idx="105" type="body" hasCustomPrompt="1"/>
          </p:nvPr>
        </p:nvSpPr>
        <p:spPr>
          <a:xfrm>
            <a:off x="548640" y="1371600"/>
            <a:ext cx="10972800" cy="4800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96286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91440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5486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Lft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Top Ctr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Top Rgt</a:t>
                      </a:r>
                      <a:endParaRPr lang="en-US" sz="12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 Lft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Bottom Ctr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" pitchFamily="34" charset="0"/>
                          <a:ea typeface="Courier" pitchFamily="34" charset="-122"/>
                          <a:cs typeface="Courier" pitchFamily="34" charset="-120"/>
                        </a:rPr>
                        <a:t>Bottom Rgt</a:t>
                      </a:r>
                      <a:endParaRPr lang="en-US" sz="1200" dirty="0">
                        <a:latin typeface="Courier" charset="0"/>
                        <a:ea typeface="Courier" charset="0"/>
                        <a:cs typeface="Courier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 3"/>
          <p:cNvSpPr/>
          <p:nvPr>
            <p:ph idx="104" type="title" hasCustomPrompt="1"/>
          </p:nvPr>
        </p:nvSpPr>
        <p:spPr>
          <a:xfrm>
            <a:off x="548640" y="457200"/>
            <a:ext cx="10972800" cy="1143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548640" y="1371600"/>
            <a:ext cx="10972800" cy="4800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274320" y="962863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/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Computer Science Chair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Awesome Presentation</dc:title>
  <dc:subject>Annual Report</dc:subject>
  <dc:creator>Brent Ely</dc:creator>
  <cp:lastModifiedBy>Brent Ely</cp:lastModifiedBy>
  <cp:revision>15</cp:revision>
  <dcterms:created xsi:type="dcterms:W3CDTF">2025-11-22T00:28:05Z</dcterms:created>
  <dcterms:modified xsi:type="dcterms:W3CDTF">2025-11-22T00:28:05Z</dcterms:modified>
</cp:coreProperties>
</file>